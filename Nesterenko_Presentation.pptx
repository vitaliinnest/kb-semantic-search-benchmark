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embeddedFontLst>
    <p:embeddedFont>
      <p:font typeface="Economica" panose="020B0604020202020204" charset="0"/>
      <p:regular r:id="rId15"/>
      <p:bold r:id="rId16"/>
      <p:italic r:id="rId17"/>
      <p:boldItalic r:id="rId18"/>
    </p:embeddedFont>
    <p:embeddedFont>
      <p:font typeface="Open Sans" panose="020B0606030504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754" y="11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16b2adad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e16b2adad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e16b2adad1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e16b2adad1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16b2adad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16b2adad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Пустой слайд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05450" y="821301"/>
            <a:ext cx="4406587" cy="89696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err="1"/>
              <a:t>Дослідження</a:t>
            </a:r>
            <a:r>
              <a:rPr lang="ru-RU" sz="1600" dirty="0"/>
              <a:t> моделей </a:t>
            </a:r>
            <a:r>
              <a:rPr lang="ru-RU" sz="1600" dirty="0" err="1"/>
              <a:t>векторних</a:t>
            </a:r>
            <a:r>
              <a:rPr lang="ru-RU" sz="1600" dirty="0"/>
              <a:t> ембеддінгів для</a:t>
            </a:r>
            <a:r>
              <a:rPr lang="en-US" sz="1600" dirty="0"/>
              <a:t> </a:t>
            </a:r>
            <a:r>
              <a:rPr lang="ru-RU" sz="1600" dirty="0" err="1"/>
              <a:t>семантичного</a:t>
            </a:r>
            <a:r>
              <a:rPr lang="ru-RU" sz="1600" dirty="0"/>
              <a:t> </a:t>
            </a:r>
            <a:r>
              <a:rPr lang="ru-RU" sz="1600" dirty="0" err="1"/>
              <a:t>пошуку</a:t>
            </a:r>
            <a:r>
              <a:rPr lang="ru-RU" sz="1600" dirty="0"/>
              <a:t> </a:t>
            </a:r>
            <a:r>
              <a:rPr lang="ru-RU" sz="1600" dirty="0" err="1"/>
              <a:t>текстових</a:t>
            </a:r>
            <a:r>
              <a:rPr lang="ru-RU" sz="1600" dirty="0"/>
              <a:t> </a:t>
            </a:r>
            <a:r>
              <a:rPr lang="ru-RU" sz="1600" dirty="0" err="1"/>
              <a:t>даних</a:t>
            </a:r>
            <a:r>
              <a:rPr lang="ru-RU" sz="1600" dirty="0"/>
              <a:t> у </a:t>
            </a:r>
            <a:r>
              <a:rPr lang="ru-RU" sz="1600" dirty="0" err="1"/>
              <a:t>корпоративних</a:t>
            </a:r>
            <a:r>
              <a:rPr lang="ru-RU" sz="1600" dirty="0"/>
              <a:t> базах </a:t>
            </a:r>
            <a:r>
              <a:rPr lang="ru-RU" sz="1600" dirty="0" err="1"/>
              <a:t>знань</a:t>
            </a:r>
            <a:endParaRPr lang="ru-RU" sz="16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948250" y="3282462"/>
            <a:ext cx="5087400" cy="17959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Нестеренко Віталій Вячеславович, ІПЗм-24-1</a:t>
            </a:r>
            <a:endParaRPr sz="1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Науковий керівник: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звання, посада Русакова Наталія Євгенівна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uk-UA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uk-UA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15 травня 2026</a:t>
            </a:r>
            <a:endParaRPr sz="1600" dirty="0"/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Дослідження</a:t>
            </a:r>
            <a:endParaRPr sz="3200" dirty="0"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Актуальність та стан розвитку галузі 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uk" dirty="0"/>
              <a:t>Чітке визначення напряму дослідження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uk" dirty="0"/>
              <a:t>Об’єкт дослідження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>
              <a:latin typeface="Economica" panose="020B0604020202020204" charset="0"/>
            </a:endParaRP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Огляд літератури (аналогів) 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Перелік основних джерел та теорій у галузі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Зазначення прогалин у наявних дослідженнях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Постановка задачі</a:t>
            </a:r>
            <a:endParaRPr sz="3200" dirty="0"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Чітке формулювання проблеми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Опис очікуваних результатів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>
              <a:latin typeface="Economica" panose="020B0604020202020204" charset="0"/>
            </a:endParaRP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Методологія </a:t>
            </a:r>
            <a:endParaRPr sz="3200" dirty="0"/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Опис використаних методів дослідження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Інструментарій та технології, використані в роботі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>
              <a:latin typeface="Economica" panose="020B0604020202020204" charset="0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система для проведення експериментального дослідження</a:t>
            </a:r>
            <a:endParaRPr sz="3200" dirty="0"/>
          </a:p>
        </p:txBody>
      </p:sp>
      <p:sp>
        <p:nvSpPr>
          <p:cNvPr id="100" name="Google Shape;100;p18"/>
          <p:cNvSpPr txBox="1">
            <a:spLocks noGrp="1"/>
          </p:cNvSpPr>
          <p:nvPr>
            <p:ph type="body" idx="1"/>
          </p:nvPr>
        </p:nvSpPr>
        <p:spPr>
          <a:xfrm>
            <a:off x="311700" y="1453900"/>
            <a:ext cx="8520600" cy="31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Схема архітектури розробленої системи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Опис ключових компонентів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>
              <a:latin typeface="Economica" panose="020B0604020202020204" charset="0"/>
            </a:endParaRPr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Опис програмного забезпечення, що було використано у дослідженні</a:t>
            </a:r>
            <a:endParaRPr sz="3200" dirty="0"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311700" y="1477100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>
                <a:solidFill>
                  <a:srgbClr val="0D0D0D"/>
                </a:solidFill>
                <a:highlight>
                  <a:srgbClr val="FFFFFF"/>
                </a:highlight>
              </a:rPr>
              <a:t>Опис процесу розробки</a:t>
            </a:r>
            <a:endParaRPr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>
                <a:solidFill>
                  <a:srgbClr val="0D0D0D"/>
                </a:solidFill>
                <a:highlight>
                  <a:srgbClr val="FFFFFF"/>
                </a:highlight>
              </a:rPr>
              <a:t>Вибрані мови програмування та фреймворки</a:t>
            </a:r>
            <a:endParaRPr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>
              <a:latin typeface="Economica" panose="020B0604020202020204" charset="0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Зміст проведеного експерименту</a:t>
            </a:r>
            <a:endParaRPr sz="3200" dirty="0"/>
          </a:p>
        </p:txBody>
      </p:sp>
      <p:sp>
        <p:nvSpPr>
          <p:cNvPr id="114" name="Google Shape;114;p20"/>
          <p:cNvSpPr txBox="1">
            <a:spLocks noGrp="1"/>
          </p:cNvSpPr>
          <p:nvPr>
            <p:ph type="body" idx="1"/>
          </p:nvPr>
        </p:nvSpPr>
        <p:spPr>
          <a:xfrm>
            <a:off x="283725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Методи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uk" dirty="0"/>
              <a:t>Вхідні дані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uk" dirty="0"/>
              <a:t>Критерії 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uk" dirty="0"/>
              <a:t>Послідовність 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uk" dirty="0"/>
              <a:t>Вимірювання</a:t>
            </a:r>
            <a:endParaRPr dirty="0">
              <a:latin typeface="Economica" panose="020B0604020202020204" charset="0"/>
            </a:endParaRPr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624834-013E-7249-F488-C816A0DA935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Результати експерименту </a:t>
            </a:r>
            <a:endParaRPr sz="3200" dirty="0"/>
          </a:p>
        </p:txBody>
      </p:sp>
      <p:sp>
        <p:nvSpPr>
          <p:cNvPr id="121" name="Google Shape;121;p2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якісні та кількісні дані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uk" dirty="0"/>
              <a:t>таблиці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uk" dirty="0"/>
              <a:t>графіки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uk" dirty="0"/>
              <a:t>діаграми</a:t>
            </a:r>
            <a:endParaRPr dirty="0">
              <a:latin typeface="Economica" panose="020B0604020202020204" charset="0"/>
            </a:endParaRPr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Аналіз отриманих результатів </a:t>
            </a:r>
            <a:endParaRPr sz="3200" dirty="0"/>
          </a:p>
        </p:txBody>
      </p:sp>
      <p:sp>
        <p:nvSpPr>
          <p:cNvPr id="128" name="Google Shape;128;p22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Співставлення з цілями дослідження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Висновки з отриманих даних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Інтерпретація результатів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>
                <a:solidFill>
                  <a:srgbClr val="0D0D0D"/>
                </a:solidFill>
                <a:highlight>
                  <a:srgbClr val="FFFFFF"/>
                </a:highlight>
              </a:rPr>
              <a:t>Вплив результатів на існуючі теорії та практики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>
          <a:xfrm>
            <a:off x="268925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Публікація результатів </a:t>
            </a:r>
            <a:endParaRPr sz="3200" dirty="0"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сертифікат про участь у конференціях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uk" dirty="0"/>
              <a:t>копія опублікованої статті</a:t>
            </a:r>
            <a:endParaRPr dirty="0">
              <a:latin typeface="Economica" panose="020B0604020202020204" charset="0"/>
            </a:endParaRPr>
          </a:p>
        </p:txBody>
      </p:sp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B10B47-7B7A-16D3-B2F7-7BCD981C8FD9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Підсумки </a:t>
            </a:r>
            <a:endParaRPr sz="3200" dirty="0"/>
          </a:p>
        </p:txBody>
      </p:sp>
      <p:sp>
        <p:nvSpPr>
          <p:cNvPr id="142" name="Google Shape;142;p2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реалістичність та корисність отриманих результатів </a:t>
            </a:r>
            <a:endParaRPr dirty="0">
              <a:latin typeface="Economica" panose="020B060402020202020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uk" dirty="0"/>
              <a:t>можливий розвиток досліджень </a:t>
            </a:r>
            <a:endParaRPr dirty="0">
              <a:latin typeface="Economica" panose="020B0604020202020204" charset="0"/>
            </a:endParaRP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5B94D8-63F6-7EAC-6461-2DB4B135596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2" id="{0E3422D2-66DD-48A8-92AD-38892F6C1A30}" vid="{81CCDA4E-A18F-4826-B11D-205FC05A0769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C48185F-D27F-4569-B8CA-E87D2F1A45D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763b6b1d-82db-4751-a58e-5d76e53ea6b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Шаблон презентації квал роб маг</Template>
  <TotalTime>7</TotalTime>
  <Words>177</Words>
  <Application>Microsoft Office PowerPoint</Application>
  <PresentationFormat>On-screen Show (16:9)</PresentationFormat>
  <Paragraphs>60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Economica</vt:lpstr>
      <vt:lpstr>Open Sans</vt:lpstr>
      <vt:lpstr>Arial</vt:lpstr>
      <vt:lpstr>Luxe</vt:lpstr>
      <vt:lpstr>Дослідження моделей векторних ембеддінгів для семантичного пошуку текстових даних у корпоративних базах знань</vt:lpstr>
      <vt:lpstr>Дослідження</vt:lpstr>
      <vt:lpstr>Огляд літератури (аналогів) </vt:lpstr>
      <vt:lpstr>Постановка задачі</vt:lpstr>
      <vt:lpstr>Методологія </vt:lpstr>
      <vt:lpstr>Архітектура система для проведення експериментального дослідження</vt:lpstr>
      <vt:lpstr>Опис програмного забезпечення, що було використано у дослідженні</vt:lpstr>
      <vt:lpstr>Зміст проведеного експерименту</vt:lpstr>
      <vt:lpstr>Результати експерименту </vt:lpstr>
      <vt:lpstr>Аналіз отриманих результатів </vt:lpstr>
      <vt:lpstr>Публікація результатів </vt:lpstr>
      <vt:lpstr>Підсумки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Віталій Нестеренко</dc:creator>
  <cp:lastModifiedBy>Віталій Нестеренко</cp:lastModifiedBy>
  <cp:revision>6</cp:revision>
  <dcterms:created xsi:type="dcterms:W3CDTF">2026-05-01T19:10:02Z</dcterms:created>
  <dcterms:modified xsi:type="dcterms:W3CDTF">2026-05-01T19:17:25Z</dcterms:modified>
</cp:coreProperties>
</file>
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0889" autoAdjust="0"/>
  </p:normalViewPr>
  <p:slideViewPr>
    <p:cSldViewPr snapToGrid="0" snapToObjects="1">
      <p:cViewPr varScale="1">
        <p:scale>
          <a:sx n="130" d="100"/>
          <a:sy n="130" d="100"/>
        </p:scale>
        <p:origin x="13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0:24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0:24 – 1:02  ·  слайд 2/18</a:t>
            </a:r>
            <a:endParaRPr lang="en-US" dirty="0"/>
          </a:p>
          <a:p/>
          <a:p>
            <a:r>
              <a:t>Розпочнемо з актуальності. 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1:02 – 1:28  ·  слайд 3/18</a:t>
            </a:r>
            <a:endParaRPr lang="en-US" dirty="0"/>
          </a:p>
          <a:p>
            <a:r>
              <a:t>Які підходи вже досліджено в літературі? 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1:28 – 2:03  ·  слайд 4/18</a:t>
            </a:r>
            <a:endParaRPr lang="en-US" dirty="0"/>
          </a:p>
          <a:p/>
          <a:p>
            <a:r>
              <a:t>Виявлена прогалина веде до постановки задачі. 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2:03 – 2:35  ·  слайд 5/18</a:t>
            </a:r>
            <a:endParaRPr lang="en-US" dirty="0"/>
          </a:p>
          <a:p>
            <a:r>
              <a:t>Розглянемо, які саме моделі дослідимо. Для дослідження обрано чотири моделі різних архітектур. BGE-M3 — 568 мільйонів параметрів, контекст 8192 токенів, мультифункціональна (dense, sparse, multi-vector). E5-base — 278 мільйонів параметрів, контекст 512, з обов'язковими префіксами query та passage. Nomic-embed v1.5 — найменша, 137 мільйонів, з технікою Matryoshka. Qwen3-Embedding-0.6B — 596 мільйонів, контекст 32 тисячі токенів, єдина побудована на декодерній LLM-архітектурі.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2:35 – 3:07  ·  слайд 6/18</a:t>
            </a:r>
            <a:endParaRPr lang="en-US" dirty="0"/>
          </a:p>
          <a:p/>
          <a:p>
            <a:r>
              <a:t>Як порівнюватимемо ці п'ять моделей? Оцінювання базується на чотирьох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статистичної значущості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3:07 – 3:36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3:36 – 4:17  ·  слайд 8/18</a:t>
            </a:r>
            <a:endParaRPr lang="en-US" dirty="0"/>
          </a:p>
          <a:p>
            <a:r>
              <a:t>Окремих метрик недостатньо — потрібно об'єднати їх в одне число. 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4:17 – 4:54  ·  слайд 9/18</a:t>
            </a:r>
            <a:endParaRPr lang="en-US" dirty="0"/>
          </a:p>
          <a:p/>
          <a:p>
            <a:r>
              <a:t>Як це реалізовано архітектурно? 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4:54 – 5:12  ·  слайд 10/18</a:t>
            </a:r>
            <a:endParaRPr lang="en-US" dirty="0"/>
          </a:p>
          <a:p>
            <a:r>
              <a:t>Технологічний стек, на якому це побудовано. 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5:12 – 5:59  ·  слайд 11/18</a:t>
            </a:r>
            <a:endParaRPr lang="en-US" dirty="0"/>
          </a:p>
          <a:p>
            <a:r>
              <a:t>На якому датасеті випробували методологію? 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5:59 – 6:15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6:15 – 6:59  ·  слайд 13/18</a:t>
            </a:r>
            <a:endParaRPr lang="en-US" dirty="0"/>
          </a:p>
          <a:p/>
          <a:p>
            <a:r>
              <a:t>Що дав запуск benchmark на 300 запитах? 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Статистична значущість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6:59 – 7:24  ·  слайд 14/18</a:t>
            </a:r>
            <a:endParaRPr lang="en-US" dirty="0"/>
          </a:p>
          <a:p>
            <a:r>
              <a:t>За окремими доменами картина така. 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7:24 – 8:01  ·  слайд 15/18</a:t>
            </a:r>
            <a:endParaRPr lang="en-US" dirty="0"/>
          </a:p>
          <a:p>
            <a:r>
              <a:t>Переходимо до інтегральної оцінки. 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8:01 – 8:47  ·  слайд 16/18</a:t>
            </a:r>
            <a:endParaRPr lang="en-US" dirty="0"/>
          </a:p>
          <a:p>
            <a:r>
              <a:t>Той самий аналіз — у вигляді графіка. 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Парето-оптимальна: ~70 мілісекунд, утричі швидше за BGE-M3 при якості на ~10% нижчій.</a:t>
            </a:r>
          </a:p>
          <a:p>
            <a:r>
              <a:t>BM25 — Парето-оптимальна як baseline: менше 3 мілісекунд, найвища nDCG —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8:47 – 9:30  ·  слайд 17/18</a:t>
            </a:r>
            <a:endParaRPr lang="en-US" dirty="0"/>
          </a:p>
          <a:p>
            <a:r>
              <a:t>Підсумовуючи: embedding-моделі статистично значуще переважають BM25 для україномовного семантичного пошуку. Сформульовано практичні рекомендації щодо вибору моделі під конкретні умови.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9:30 – 10:00  ·  слайд 18/18</a:t>
            </a:r>
            <a:endParaRPr lang="en-US" dirty="0"/>
          </a:p>
          <a:p>
            <a:r>
              <a:t>Окремо — про апробацію результатів роботи. 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Embedding-моделі статистично значуще переважають BM25 для україномовного семантичного пошуку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3229</Words>
  <Application>Microsoft Office PowerPoint</Application>
  <PresentationFormat>On-screen Show (16:9)</PresentationFormat>
  <Paragraphs>498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33</cp:revision>
  <dcterms:created xsi:type="dcterms:W3CDTF">2026-05-07T21:01:42Z</dcterms:created>
  <dcterms:modified xsi:type="dcterms:W3CDTF">2026-05-17T16:03:15Z</dcterms:modified>
</cp:coreProperties>
</file>
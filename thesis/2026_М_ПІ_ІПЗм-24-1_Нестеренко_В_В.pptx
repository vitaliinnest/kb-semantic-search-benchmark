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0:25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0:25 – 1:16  ·  слайд 2/18</a:t>
            </a:r>
            <a:endParaRPr lang="en-US" dirty="0"/>
          </a:p>
          <a:p/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метриками retrieval-якості; обрати найкращу модель методом багатокритеріального аналізу.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1:16 – 1:39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1:39 – 2:12  ·  слайд 4/18</a:t>
            </a:r>
            <a:endParaRPr lang="en-US" dirty="0"/>
          </a:p>
          <a:p/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2:12 – 2:49  ·  слайд 5/18</a:t>
            </a:r>
            <a:endParaRPr lang="en-US" dirty="0"/>
          </a:p>
          <a:p>
            <a:r>
              <a:t>Для дослідження обрано чотири моделі різних архітектур.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2:49 – 3:19  ·  слайд 6/18</a:t>
            </a:r>
            <a:endParaRPr lang="en-US" dirty="0"/>
          </a:p>
          <a:p/>
          <a:p>
            <a:r>
              <a:t>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3:19 – 3:49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3:49 – 4:26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4:26 – 5:02  ·  слайд 9/18</a:t>
            </a:r>
            <a:endParaRPr lang="en-US" dirty="0"/>
          </a:p>
          <a:p/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5:02 – 5:17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5:17 – 6:03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6:03 – 6:20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6:20 – 7:01  ·  слайд 13/18</a:t>
            </a:r>
            <a:endParaRPr lang="en-US" dirty="0"/>
          </a:p>
          <a:p/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Статистична значущість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7:01 – 7:24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7:24 – 8:00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8:00 – 8:44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8:44 – 9:32  ·  слайд 17/18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9:32 – 10:00  ·  слайд 18/18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3168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30</cp:revision>
  <dcterms:created xsi:type="dcterms:W3CDTF">2026-05-07T21:01:42Z</dcterms:created>
  <dcterms:modified xsi:type="dcterms:W3CDTF">2026-05-17T15:31:46Z</dcterms:modified>
</cp:coreProperties>
</file>
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4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889" autoAdjust="0"/>
  </p:normalViewPr>
  <p:slideViewPr>
    <p:cSldViewPr snapToGrid="0" snapToObjects="1">
      <p:cViewPr varScale="1">
        <p:scale>
          <a:sx n="130" d="100"/>
          <a:sy n="130" d="100"/>
        </p:scale>
        <p:origin x="13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0:26  ·  слайд 1/17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0:26 – 1:07  ·  слайд 2/17</a:t>
            </a:r>
            <a:endParaRPr lang="en-US" dirty="0"/>
          </a:p>
          <a:p/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1:07 – 1:35  ·  слайд 3/17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1:35 – 2:13  ·  слайд 4/17</a:t>
            </a:r>
            <a:endParaRPr lang="en-US" dirty="0"/>
          </a:p>
          <a:p/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2:13 – 2:47  ·  слайд 5/17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— 568 мільйонів параметрів, контекст 8192 токенів, мультифункціональна (dense, sparse, multi-vector). E5-base — 278 мільйонів параметрів, контекст 512, з обов'язковими префіксами query та passage. Nomic-embed v1.5 — найменша, 137 мільйонів, з технікою Matryoshka. Qwen3-Embedding-0.6B — 596 мільйонів, контекст 32 тисячі токенів, єдина побудована на декодерній LLM-архітектурі.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2:47 – 3:22  ·  слайд 6/17</a:t>
            </a:r>
            <a:endParaRPr lang="en-US" dirty="0"/>
          </a:p>
          <a:p/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3:22 – 3:53  ·  слайд 7/17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3:53 – 4:37  ·  слайд 8/17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4:37 – 5:17  ·  слайд 9/17</a:t>
            </a:r>
            <a:endParaRPr lang="en-US" dirty="0"/>
          </a:p>
          <a:p/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5:17 – 5:37  ·  слайд 10/17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5:37 – 6:28  ·  слайд 11/17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6:28 – 6:45  ·  слайд 12/17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6:45 – 7:11  ·  слайд 13/17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7:11 – 7:51  ·  слайд 14/17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7:51 – 8:41  ·  слайд 15/17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8:41 – 9:28  ·  слайд 16/17</a:t>
            </a:r>
            <a:endParaRPr lang="en-US" dirty="0"/>
          </a:p>
          <a:p>
            <a:r>
              <a:t>Підсумовуючи: на основі багатокритеріального аналізу обґрунтовано рекомендації щодо вибору embedding-моделі для україномовного семантичного пошуку у корпоративних базах знань.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опорним методом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9:28 – 10:00  ·  слайд 17/17</a:t>
            </a:r>
            <a:endParaRPr lang="en-US" dirty="0"/>
          </a:p>
          <a:p>
            <a:r>
              <a:t>Окремо — про апробацію результатів роботи. 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8.xml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Обґрунтовано рекомендації щодо вибору embedding-моделі для україномовного семантичного пошуку у корпоративних базах знань методом багатокритеріального аналізу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3027</Words>
  <Application>Microsoft Office PowerPoint</Application>
  <PresentationFormat>On-screen Show (16:9)</PresentationFormat>
  <Paragraphs>467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33</cp:revision>
  <dcterms:created xsi:type="dcterms:W3CDTF">2026-05-07T21:01:42Z</dcterms:created>
  <dcterms:modified xsi:type="dcterms:W3CDTF">2026-05-17T16:56:45Z</dcterms:modified>
</cp:coreProperties>
</file>
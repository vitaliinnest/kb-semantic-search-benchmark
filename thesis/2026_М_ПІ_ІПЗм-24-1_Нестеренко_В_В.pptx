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0:23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0:23 – 1:12  ·  слайд 2/18</a:t>
            </a:r>
            <a:endParaRPr lang="en-US" dirty="0"/>
          </a:p>
          <a:p/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метриками retrieval-якості; обрати найкращу модель методом багатокритеріального аналізу.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1:12 – 1:37  ·  слайд 3/18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2:11  ·  слайд 4/18</a:t>
            </a:r>
            <a:endParaRPr lang="en-US" dirty="0"/>
          </a:p>
          <a:p/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2:11 – 2:47  ·  слайд 5/18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2:47 – 3:18  ·  слайд 6/18</a:t>
            </a:r>
            <a:endParaRPr lang="en-US" dirty="0"/>
          </a:p>
          <a:p/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3:18 – 3:46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3:46 – 4:26  ·  слайд 8/18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4:26 – 5:01  ·  слайд 9/18</a:t>
            </a:r>
            <a:endParaRPr lang="en-US" dirty="0"/>
          </a:p>
          <a:p/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5:01 – 5:19  ·  слайд 10/18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5:19 – 6:04  ·  слайд 11/18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6:04 – 6:20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6:20 – 7:02  ·  слайд 13/18</a:t>
            </a:r>
            <a:endParaRPr lang="en-US" dirty="0"/>
          </a:p>
          <a:p/>
          <a:p>
            <a:r>
              <a:t>Що дав запуск benchmark на 300 запитах? 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Статистична значущість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7:02 – 7:26  ·  слайд 14/18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7:26 – 8:01  ·  слайд 15/18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8:01 – 8:46  ·  слайд 16/18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8:46 – 9:28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9:28 – 10:00  ·  слайд 18/18</a:t>
            </a:r>
            <a:endParaRPr lang="en-US" dirty="0"/>
          </a:p>
          <a:p>
            <a:r>
              <a:t>Окремо — про апробацію результатів роботи. 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
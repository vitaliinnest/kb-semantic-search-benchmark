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0:23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0:23 – 1:13  ·  слайд 2/18</a:t>
            </a:r>
            <a:endParaRPr lang="en-US" dirty="0"/>
          </a:p>
          <a:p/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метриками retrieval-якості; обрати найкращу модель методом багатокритеріального аналізу.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1:13 – 1:37  ·  слайд 3/18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1:37 – 2:12  ·  слайд 4/18</a:t>
            </a:r>
            <a:endParaRPr lang="en-US" dirty="0"/>
          </a:p>
          <a:p/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2:12 – 2:48  ·  слайд 5/18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2:48 – 3:19  ·  слайд 6/18</a:t>
            </a:r>
            <a:endParaRPr lang="en-US" dirty="0"/>
          </a:p>
          <a:p/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3:19 – 3:47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3:47 – 4:27  ·  слайд 8/18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4:27 – 5:03  ·  слайд 9/18</a:t>
            </a:r>
            <a:endParaRPr lang="en-US" dirty="0"/>
          </a:p>
          <a:p/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5:03 – 5:21  ·  слайд 10/18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5:21 – 6:06  ·  слайд 11/18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6:06 – 6:22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6:22 – 7:05  ·  слайд 13/18</a:t>
            </a:r>
            <a:endParaRPr lang="en-US" dirty="0"/>
          </a:p>
          <a:p/>
          <a:p>
            <a:r>
              <a:t>Що дав запуск benchmark на 300 запитах? 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Статистична значущість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7:05 – 7:28  ·  слайд 14/18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7:28 – 8:04  ·  слайд 15/18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8:04 – 8:49  ·  слайд 16/18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8:49 – 9:31  ·  слайд 17/18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9:31 – 10:00  ·  слайд 18/18</a:t>
            </a:r>
            <a:endParaRPr lang="en-US" dirty="0"/>
          </a:p>
          <a:p>
            <a:r>
              <a:t>Окремо — про апробацію результатів роботи. 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3168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30</cp:revision>
  <dcterms:created xsi:type="dcterms:W3CDTF">2026-05-07T21:01:42Z</dcterms:created>
  <dcterms:modified xsi:type="dcterms:W3CDTF">2026-05-17T15:31:46Z</dcterms:modified>
</cp:coreProperties>
</file>
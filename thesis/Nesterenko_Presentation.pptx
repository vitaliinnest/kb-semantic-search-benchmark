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062472" y="1472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062472" y="21579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062472" y="28437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062472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062472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2026-05-07T20:32:11Z</dcterms:created>
  <dcterms:modified xsi:type="dcterms:W3CDTF">2026-05-07T20:32:11Z</dcterms:modified>
</cp:coreProperties>
</file>
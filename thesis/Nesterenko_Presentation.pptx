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E3A8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E40AF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-365760"/>
            <a:ext cx="1645920" cy="164592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365760" y="3840480"/>
            <a:ext cx="1280160" cy="1280160"/>
          </a:xfrm>
          <a:prstGeom prst="rect">
            <a:avLst/>
          </a:prstGeom>
          <a:solidFill>
            <a:srgbClr val="0891B2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0827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37944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55848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73752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91656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9095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20827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315968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31596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6148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51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12724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9300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22452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114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" name="Text 50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55" name="Text 5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0680" y="960120"/>
            <a:ext cx="3291840" cy="370332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7784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371600"/>
          <a:ext cx="3017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577840" y="2880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532120" y="3154680"/>
          <a:ext cx="31089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7276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2481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18872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5727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481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18872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57276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2481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18872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57276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2481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18872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57276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35584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35584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3192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319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sp>
        <p:nvSpPr>
          <p:cNvPr id="47" name="Text 34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sp>
        <p:nvSpPr>
          <p:cNvPr id="53" name="Text 48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54" name="Text 4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Shape 28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7" name="Text 32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Text 39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6" name="Text 40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8" name="Text 4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sp>
        <p:nvSpPr>
          <p:cNvPr id="46" name="Text 41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" name="Text 11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25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62472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062472" y="17830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062472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062472" y="24688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97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62472" y="2898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062472" y="31546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832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062472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062472" y="38404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062472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062472" y="45262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1109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18872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9436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46320" y="181051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91109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4068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4068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4632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94360" y="3204972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055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8872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118872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9436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46320" y="3204972"/>
            <a:ext cx="502920" cy="50292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305556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068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544068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84632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sp>
        <p:nvSpPr>
          <p:cNvPr id="35" name="Text 2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2026-05-07T16:42:47Z</dcterms:created>
  <dcterms:modified xsi:type="dcterms:W3CDTF">2026-05-07T16:42:47Z</dcterms:modified>
</cp:coreProperties>
</file>
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83680" y="3886200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ДАТА ЗАХИСТУ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3849624"/>
            <a:ext cx="457200" cy="36576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0" descr="D:\repos\kb-semantic-search-benchmark\thesis\scripts\_logo_xn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стеля якості ~0.49 nDCG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2026-05-07T21:01:42Z</dcterms:created>
  <dcterms:modified xsi:type="dcterms:W3CDTF">2026-05-07T21:01:42Z</dcterms:modified>
</cp:coreProperties>
</file>
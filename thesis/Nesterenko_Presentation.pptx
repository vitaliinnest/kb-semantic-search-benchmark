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Чанки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11D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Технічний (178)</c:v>
                </c:pt>
                <c:pt idx="1">
                  <c:v>Юридичний (1046)</c:v>
                </c:pt>
                <c:pt idx="2">
                  <c:v>Медичний (267)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178</c:v>
                </c:pt>
                <c:pt idx="1">
                  <c:v>1046</c:v>
                </c:pt>
                <c:pt idx="2">
                  <c:v>267</c:v>
                </c:pt>
              </c:numCache>
            </c:numRef>
          </c:val>
        </c:ser>
        <c:firstSliceAng val="0"/>
        <c:holeSize val="60"/>
      </c:doughnutChart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1 491 чанк  ·  300 запитів  ·  qrels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2588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2588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33172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3172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33756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132588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132588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33172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33172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33756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333756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2" name="Shape 28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132588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7" name="Text 32"/>
          <p:cNvSpPr/>
          <p:nvPr/>
        </p:nvSpPr>
        <p:spPr>
          <a:xfrm>
            <a:off x="132588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233172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233172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333756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41" name="Text 36"/>
          <p:cNvSpPr/>
          <p:nvPr/>
        </p:nvSpPr>
        <p:spPr>
          <a:xfrm>
            <a:off x="333756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ЧАНКІВ ЗА ДОМЕНАМИ</a:t>
            </a:r>
            <a:endParaRPr lang="en-US" sz="9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48006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5" name="Text 39"/>
          <p:cNvSpPr/>
          <p:nvPr/>
        </p:nvSpPr>
        <p:spPr>
          <a:xfrm>
            <a:off x="4800600" y="250728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1 491</a:t>
            </a:r>
            <a:endParaRPr lang="en-US" sz="2000" dirty="0"/>
          </a:p>
        </p:txBody>
      </p:sp>
      <p:sp>
        <p:nvSpPr>
          <p:cNvPr id="46" name="Text 40"/>
          <p:cNvSpPr/>
          <p:nvPr/>
        </p:nvSpPr>
        <p:spPr>
          <a:xfrm>
            <a:off x="4800600" y="2873045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чанків усього</a:t>
            </a:r>
            <a:endParaRPr lang="en-US" sz="900" dirty="0"/>
          </a:p>
        </p:txBody>
      </p:sp>
      <p:pic>
        <p:nvPicPr>
          <p:cNvPr id="47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062472" y="1472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062472" y="21579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062472" y="28437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062472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062472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2026-05-07T20:13:26Z</dcterms:created>
  <dcterms:modified xsi:type="dcterms:W3CDTF">2026-05-07T20:13:26Z</dcterms:modified>
</cp:coreProperties>
</file>
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 —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 з мінімальною втратою якості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найшвидший, але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виграє лише на юридичному (nDCG=0.320), на Tech домінується BGE-M3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 при більшій latency — ані швидко, ані точно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2026-05-07T20:44:55Z</dcterms:created>
  <dcterms:modified xsi:type="dcterms:W3CDTF">2026-05-07T20:44:55Z</dcterms:modified>
</cp:coreProperties>
</file>
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Чанки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bubble3D val="0"/>
            <c:spPr>
              <a:solidFill>
                <a:srgbClr val="E11D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Технічний (178)</c:v>
                </c:pt>
                <c:pt idx="1">
                  <c:v>Юридичний (1046)</c:v>
                </c:pt>
                <c:pt idx="2">
                  <c:v>Медичний (267)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178</c:v>
                </c:pt>
                <c:pt idx="1">
                  <c:v>1046</c:v>
                </c:pt>
                <c:pt idx="2">
                  <c:v>267</c:v>
                </c:pt>
              </c:numCache>
            </c:numRef>
          </c:val>
        </c:ser>
        <c:firstSliceAng val="0"/>
        <c:holeSize val="60"/>
      </c:doughnutChart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3840480" cy="3840480"/>
          </a:xfrm>
          <a:prstGeom prst="ellipse">
            <a:avLst/>
          </a:prstGeom>
          <a:solidFill>
            <a:srgbClr val="1E3A8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2743200" cy="2743200"/>
          </a:xfrm>
          <a:prstGeom prst="ellipse">
            <a:avLst/>
          </a:prstGeom>
          <a:solidFill>
            <a:srgbClr val="1E40AF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-365760"/>
            <a:ext cx="1645920" cy="1645920"/>
          </a:xfrm>
          <a:prstGeom prst="ellipse">
            <a:avLst/>
          </a:prstGeom>
          <a:solidFill>
            <a:srgbClr val="F59E0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365760" y="3840480"/>
            <a:ext cx="1280160" cy="1280160"/>
          </a:xfrm>
          <a:prstGeom prst="rect">
            <a:avLst/>
          </a:prstGeom>
          <a:solidFill>
            <a:srgbClr val="0891B2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4" name="Text 21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8" name="Text 25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6" name="Text 33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0827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-91440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837944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157984" y="220827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17904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17904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426464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55848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75888" y="220827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35808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35808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44368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73752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193792" y="220827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53712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62272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91656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711696" y="220827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71616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71616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80176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90956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229600" y="220827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589520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498080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411480" y="4315968"/>
            <a:ext cx="8321040" cy="4114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11480" y="431596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276148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517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12724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017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349300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422452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1148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8" name="Text 26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2" name="Text 30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6" name="Text 34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0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1" name="Text 48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2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3" name="Text 49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54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1" name="Text 9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9" name="Text 17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3" name="Text 21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2" name="Text 37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3" name="Text 38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sp>
        <p:nvSpPr>
          <p:cNvPr id="44" name="Text 39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5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0698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80160" y="1371600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1371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80160" y="1691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80160" y="2276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280160" y="2578608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6" name="Text 14"/>
          <p:cNvSpPr/>
          <p:nvPr/>
        </p:nvSpPr>
        <p:spPr>
          <a:xfrm>
            <a:off x="1280160" y="25786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28986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3374136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280160" y="348386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80160" y="3785616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3" name="Text 21"/>
          <p:cNvSpPr/>
          <p:nvPr/>
        </p:nvSpPr>
        <p:spPr>
          <a:xfrm>
            <a:off x="1280160" y="37856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80160" y="41056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40680" y="960120"/>
            <a:ext cx="3291840" cy="370332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577840" y="1051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371600"/>
          <a:ext cx="30175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 25"/>
          <p:cNvSpPr/>
          <p:nvPr/>
        </p:nvSpPr>
        <p:spPr>
          <a:xfrm>
            <a:off x="5577840" y="2880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5532120" y="3154680"/>
          <a:ext cx="31089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ext 26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18872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7276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24812"/>
            <a:ext cx="329184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57984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157984" y="118872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Shape 9"/>
          <p:cNvSpPr/>
          <p:nvPr/>
        </p:nvSpPr>
        <p:spPr>
          <a:xfrm>
            <a:off x="2551176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57276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157984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2249424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24812"/>
            <a:ext cx="329184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904488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3904488" y="118872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Shape 14"/>
          <p:cNvSpPr/>
          <p:nvPr/>
        </p:nvSpPr>
        <p:spPr>
          <a:xfrm>
            <a:off x="4297680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57276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904488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3995928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24812"/>
            <a:ext cx="329184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5650992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5650992" y="118872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7" name="Shape 19"/>
          <p:cNvSpPr/>
          <p:nvPr/>
        </p:nvSpPr>
        <p:spPr>
          <a:xfrm>
            <a:off x="6044184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572768"/>
            <a:ext cx="329184" cy="32918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650992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5742432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24812"/>
            <a:ext cx="329184" cy="219456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7397496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7397496" y="118872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4" name="Shape 24"/>
          <p:cNvSpPr/>
          <p:nvPr/>
        </p:nvSpPr>
        <p:spPr>
          <a:xfrm>
            <a:off x="7790688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572768"/>
            <a:ext cx="329184" cy="329184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7397496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7" name="Text 26"/>
          <p:cNvSpPr/>
          <p:nvPr/>
        </p:nvSpPr>
        <p:spPr>
          <a:xfrm>
            <a:off x="7488936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8" name="Shape 27"/>
          <p:cNvSpPr/>
          <p:nvPr/>
        </p:nvSpPr>
        <p:spPr>
          <a:xfrm>
            <a:off x="411480" y="324612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355848"/>
            <a:ext cx="274320" cy="27432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868680" y="3246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1" name="Shape 29"/>
          <p:cNvSpPr/>
          <p:nvPr/>
        </p:nvSpPr>
        <p:spPr>
          <a:xfrm>
            <a:off x="6720840" y="324612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355848"/>
            <a:ext cx="274320" cy="274320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7178040" y="3246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4" name="Shape 31"/>
          <p:cNvSpPr/>
          <p:nvPr/>
        </p:nvSpPr>
        <p:spPr>
          <a:xfrm>
            <a:off x="411480" y="3931920"/>
            <a:ext cx="8321040" cy="4114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32"/>
          <p:cNvSpPr/>
          <p:nvPr/>
        </p:nvSpPr>
        <p:spPr>
          <a:xfrm>
            <a:off x="411480" y="39319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sp>
        <p:nvSpPr>
          <p:cNvPr id="46" name="Text 33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7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1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3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5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1" name="Text 27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29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5" name="Text 31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1" name="Text 36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2" name="Shape 37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3" name="Text 38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4" name="Shape 39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5" name="Text 40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6" name="Shape 41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7" name="Text 42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8" name="Shape 43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9" name="Text 44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0" name="Shape 45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1" name="Text 46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sp>
        <p:nvSpPr>
          <p:cNvPr id="52" name="Text 47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1 491 чанк  ·  300 запитів  ·  qrels вручну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371600"/>
            <a:ext cx="91440" cy="10363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463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2588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32588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2588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33172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233172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33756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33756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11480" y="249936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2499360"/>
            <a:ext cx="91440" cy="1036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6822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73680"/>
            <a:ext cx="320040" cy="32004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325880" y="2590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1325880" y="2819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32588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132588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233172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233172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33756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333756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411480" y="362712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411480" y="3627120"/>
            <a:ext cx="91440" cy="10363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1" name="Shape 27"/>
          <p:cNvSpPr/>
          <p:nvPr/>
        </p:nvSpPr>
        <p:spPr>
          <a:xfrm>
            <a:off x="685800" y="381000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01440"/>
            <a:ext cx="320040" cy="32004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25880" y="3718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1325880" y="3947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950" dirty="0"/>
          </a:p>
        </p:txBody>
      </p:sp>
      <p:sp>
        <p:nvSpPr>
          <p:cNvPr id="35" name="Text 30"/>
          <p:cNvSpPr/>
          <p:nvPr/>
        </p:nvSpPr>
        <p:spPr>
          <a:xfrm>
            <a:off x="132588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6" name="Text 31"/>
          <p:cNvSpPr/>
          <p:nvPr/>
        </p:nvSpPr>
        <p:spPr>
          <a:xfrm>
            <a:off x="132588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233172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800" dirty="0"/>
          </a:p>
        </p:txBody>
      </p:sp>
      <p:sp>
        <p:nvSpPr>
          <p:cNvPr id="38" name="Text 33"/>
          <p:cNvSpPr/>
          <p:nvPr/>
        </p:nvSpPr>
        <p:spPr>
          <a:xfrm>
            <a:off x="233172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333756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333756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41" name="Shape 36"/>
          <p:cNvSpPr/>
          <p:nvPr/>
        </p:nvSpPr>
        <p:spPr>
          <a:xfrm>
            <a:off x="4709160" y="137160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Text 37"/>
          <p:cNvSpPr/>
          <p:nvPr/>
        </p:nvSpPr>
        <p:spPr>
          <a:xfrm>
            <a:off x="4892040" y="1463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ЧАНКІВ ЗА ДОМЕНАМИ</a:t>
            </a:r>
            <a:endParaRPr lang="en-US" sz="9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800600" y="1737360"/>
          <a:ext cx="3840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4" name="Text 38"/>
          <p:cNvSpPr/>
          <p:nvPr/>
        </p:nvSpPr>
        <p:spPr>
          <a:xfrm>
            <a:off x="4800600" y="2507285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1 491</a:t>
            </a:r>
            <a:endParaRPr lang="en-US" sz="2000" dirty="0"/>
          </a:p>
        </p:txBody>
      </p:sp>
      <p:sp>
        <p:nvSpPr>
          <p:cNvPr id="45" name="Text 39"/>
          <p:cNvSpPr/>
          <p:nvPr/>
        </p:nvSpPr>
        <p:spPr>
          <a:xfrm>
            <a:off x="4800600" y="2873045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чанків усього</a:t>
            </a:r>
            <a:endParaRPr lang="en-US" sz="900" dirty="0"/>
          </a:p>
        </p:txBody>
      </p:sp>
      <p:sp>
        <p:nvSpPr>
          <p:cNvPr id="46" name="Text 40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1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3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19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1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3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5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Text 31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8" name="Text 33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0" name="Text 35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2" name="Text 37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6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0" name="Text 7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2" name="Text 19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7" name="Text 24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2" name="Text 29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hape 8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5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Text 10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51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893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16733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8003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12039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4518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77190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10337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442341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6062472" y="13258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062472" y="15270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62472" y="17830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1" name="Text 18"/>
          <p:cNvSpPr/>
          <p:nvPr/>
        </p:nvSpPr>
        <p:spPr>
          <a:xfrm>
            <a:off x="6062472" y="20116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062472" y="22128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062472" y="24688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3"/>
          <p:cNvSpPr/>
          <p:nvPr/>
        </p:nvSpPr>
        <p:spPr>
          <a:xfrm>
            <a:off x="6062472" y="26974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062472" y="2898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62472" y="31546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1" name="Text 28"/>
          <p:cNvSpPr/>
          <p:nvPr/>
        </p:nvSpPr>
        <p:spPr>
          <a:xfrm>
            <a:off x="6062472" y="33832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062472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062472" y="38404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6" name="Text 33"/>
          <p:cNvSpPr/>
          <p:nvPr/>
        </p:nvSpPr>
        <p:spPr>
          <a:xfrm>
            <a:off x="6062472" y="4069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6062472" y="42702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62472" y="45262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" y="48508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В.В.   ·   ХНУРЕ, ІПЗм-24-1   ·  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40A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1109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18872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9436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46320" y="1810512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91109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44068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544068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84632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4360" y="3204972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305556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8872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118872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59436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846320" y="3204972"/>
            <a:ext cx="502920" cy="502920"/>
          </a:xfrm>
          <a:prstGeom prst="ellipse">
            <a:avLst/>
          </a:prstGeom>
          <a:solidFill>
            <a:srgbClr val="94A3B8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305556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44068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1" name="Text 24"/>
          <p:cNvSpPr/>
          <p:nvPr/>
        </p:nvSpPr>
        <p:spPr>
          <a:xfrm>
            <a:off x="544068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484632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sp>
        <p:nvSpPr>
          <p:cNvPr id="34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2026-05-07T16:15:10Z</dcterms:created>
  <dcterms:modified xsi:type="dcterms:W3CDTF">2026-05-07T16:15:10Z</dcterms:modified>
</cp:coreProperties>
</file>
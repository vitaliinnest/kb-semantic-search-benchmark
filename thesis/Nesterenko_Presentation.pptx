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~25 сек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~70 сек  ·  слайд 2/18</a:t>
            </a:r>
            <a:endParaRPr lang="en-US" dirty="0"/>
          </a:p>
          <a:p>
            <a:r>
              <a:t>Актуальність роботи зумовлена тим, що обсяги корпоративної текстової інформації стрімко зростають, а традиційний лексичний пошук — за ключовими словами — погано працює з синонімією, перефразуванням і мультимовним контентом. Сучасні моделі векторних ембеддінгів дозволяють шукати за змістом, а не за збігом слів.</a:t>
            </a:r>
          </a:p>
          <a:p>
            <a:r>
              <a:t>Мета дослідження — визначити доцільність застосування сучасних embedding-моделей для підвищення ефективності семантичного пошуку у корпоративних базах знань шляхом порівняльного експериментального дослідження.</a:t>
            </a:r>
          </a:p>
          <a:p>
            <a:r>
              <a:t>Об'єктом дослідження є процеси формування та використання векторних подань текстових даних у системах семантичного пошуку. Предметом — самі моделі векторних ембеддінгів для застосування в корпоративних базах знань.</a:t>
            </a:r>
          </a:p>
          <a:p>
            <a:r>
              <a:t>Для досягнення мети поставлено шість задач: проаналізувати предметну галузь; здійснити огляд сучасних embedding-моделей; сформувати україномовний benchmark-набір; реалізувати систему пошуку; оцінити якість моделей за стандартними метриками; та обґрунтовано обрати оптимальну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~35 сек  ·  слайд 3/18</a:t>
            </a:r>
            <a:endParaRPr lang="en-US" dirty="0"/>
          </a:p>
          <a:p>
            <a:r>
              <a:t>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~50 сек  ·  слайд 4/18</a:t>
            </a:r>
            <a:endParaRPr lang="en-US" dirty="0"/>
          </a:p>
          <a:p>
            <a:r>
              <a:t>З огляду на виявлену прогалину сформульовано постановку задачі. Просто застосувати сучасну embedding-модель недостатньо — необхідно обґрунтовано вибрати модель, яка забезпечує оптимальний баланс між якістю пошуку, швидкодією, вимогами до ресурсів, мовною підтримкою та типом колекції документів.</a:t>
            </a:r>
          </a:p>
          <a:p>
            <a:r>
              <a:t>Очікувані результати роботи: перше — повноцінна система семантичного пошуку з підтримкою форматів PDF, DOCX, TXT та Markdown. Друге — власноруч сформований україномовний benchmark з трьох доменів. Третє — кількісне порівняння чотирьох embedding-моделей та лексичної baseline-моделі BM25. Четверте — багатокритеріальний вибір моделі за Парето-фронтом і лінійною згорткою. І п'яте — обґрунтовані практичні рекомендації для впровадження у виробничі системи.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~45 сек  ·  слайд 5/18</a:t>
            </a:r>
            <a:endParaRPr lang="en-US" dirty="0"/>
          </a:p>
          <a:p>
            <a:r>
              <a:t>Для дослідження обрано чотири сучасні моделі.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~50 сек  ·  слайд 6/18</a:t>
            </a:r>
            <a:endParaRPr lang="en-US" dirty="0"/>
          </a:p>
          <a:p>
            <a:r>
              <a:t>Методологія оцінювання базується на чотирьох метриках retrieval-якості, які є стандартом у сфері інформаційного пошуку: nDCG@10 — основна метрика якості ранжування; MRR@10 — позиція першого релевантного документа; Recall@10 — повнота пошуку; та Precision@10 — точність видачі. Окремо вимірюється швидкодія в мілісекундах на запит.</a:t>
            </a:r>
          </a:p>
          <a:p>
            <a:r>
              <a:t>Для забезпечення достовірності результатів застосовано три методи аналізу. Перший — бутстреп-довірчі інтервали: 2000 повторних вибірок із поверненням, що дозволяє оцінити 95% довірчий інтервал для nDCG@10. Другий — Парето-домінування для виявлення недомінованих альтернатив. Третій — лінійна адитивна згортка для обчислення інтегральної оцінки корисності з ваговими коефіцієнтами критеріїв.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~35 сек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~40 сек  ·  слайд 8/18</a:t>
            </a:r>
            <a:endParaRPr lang="en-US" dirty="0"/>
          </a:p>
          <a:p>
            <a:r>
              <a:t>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~50 сек  ·  слайд 9/18</a:t>
            </a:r>
            <a:endParaRPr lang="en-US" dirty="0"/>
          </a:p>
          <a:p>
            <a:r>
              <a:t>Архітектура системи побудована у вигляді pipeline. На вході — документи у форматах PDF, DOCX, TXT або Markdown. Документи розбиваються на чанки приблизно по 600 слів з перекриттям, що зберігає контекстну зв'язність.</a:t>
            </a:r>
          </a:p>
          <a:p>
            <a:r>
              <a:t>Далі кожен чанк перетворюється на вектор за допомогою однієї з чотирьох embedding-моделей. Вектори L2-нормалізуються та індексуються у FAISS — використовується точний індекс IndexFlatIP, який обчислює внутрішній добуток, що для нормалізованих векторів еквівалентне косинусній мірі.</a:t>
            </a:r>
          </a:p>
          <a:p>
            <a:r>
              <a:t>Запит користувача проходить ту саму обробку, і за косинусною схожістю повертаються топ-K найрелевантніших чанків. Усе це обгорнуто у Flask веб-застосунок. Основні модулі — build_index, evaluate_benchmark, embedding_models та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~20 сек  ·  слайд 10/18</a:t>
            </a:r>
            <a:endParaRPr lang="en-US" dirty="0"/>
          </a:p>
          <a:p>
            <a:r>
              <a:t>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~45 сек  ·  слайд 11/18</a:t>
            </a:r>
            <a:endParaRPr lang="en-US" dirty="0"/>
          </a:p>
          <a:p>
            <a:r>
              <a:t>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~15 сек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~70 сек  ·  слайд 13/18</a:t>
            </a:r>
            <a:endParaRPr lang="en-US" dirty="0"/>
          </a:p>
          <a:p>
            <a:r>
              <a:t>Перейдемо до головних результатів експерименту. У таблиці — середнє значення nDCG@10 по всіх трьох доменах.</a:t>
            </a:r>
          </a:p>
          <a:p>
            <a:r>
              <a:t>Перше місце посідає BGE-M3 з результатом 0.4708. Друге — Qwen3 з результатом 0.4385. Третє — E5-base з 0.4199. Четверте — лексична baseline BM25 з результатом 0.3319. На останньому місці — nomic з результатом 0.2128, що навіть нижче BM25.</a:t>
            </a:r>
          </a:p>
          <a:p>
            <a:r>
              <a:t>Ключовий висновок: три з чотирьох embedding-моделей перевершують лексичну baseline BM25.</a:t>
            </a:r>
          </a:p>
          <a:p>
            <a:r>
              <a:t>Достовірність підтверджена бутстреп-аналізом: 2000 повторних вибірок з поверненням. На технічному домені 95% довірчий інтервал для BGE-M3 склав від 0.606 до 0.737, а для BM25 — від 0.431 до 0.541. Інтервали не перетинаються, отже перевага семантичного пошуку над лексичним є статистично значущою.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~25 сек  ·  слайд 14/18</a:t>
            </a:r>
            <a:endParaRPr lang="en-US" dirty="0"/>
          </a:p>
          <a:p>
            <a:r>
              <a:t>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~35 сек  ·  слайд 15/18</a:t>
            </a:r>
            <a:endParaRPr lang="en-US" dirty="0"/>
          </a:p>
          <a:p>
            <a:r>
              <a:t>Результати багатокритеріального вибору. Парето-оптимальна множина — BGE-M3, E5-base та BM25: три з п'яти моделей не домінуються жодною. BGE-M3 — лідер у трьох доменах за nDCG, MRR, Recall.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~55 сек  ·  слайд 16/18</a:t>
            </a:r>
            <a:endParaRPr lang="en-US" dirty="0"/>
          </a:p>
          <a:p>
            <a:r>
              <a:t>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 sweet spot: ~70 мілісекунд, утричі швидше за BGE-M3 при незначній втраті якості.</a:t>
            </a:r>
          </a:p>
          <a:p>
            <a:r>
              <a:t>BM25 — Парето-оптимальна як baseline: менше 3 мілісекунд, але стеля якості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~25 сек  ·  слайд 17/18</a:t>
            </a:r>
            <a:endParaRPr lang="en-US" dirty="0"/>
          </a:p>
          <a:p>
            <a:r>
              <a:t>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~60 сек  ·  слайд 18/18</a:t>
            </a:r>
            <a:endParaRPr lang="en-US" dirty="0"/>
          </a:p>
          <a:p>
            <a:r>
              <a:t>Підсумовуючи: у роботі обґрунтовано доцільність застосування сучасних embedding-моделей для семантичного пошуку у корпоративних базах знань. Сформульовано практичні рекомендації щодо вибору моделі.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 з прийнятною якістю та триразовою перевагою за швидкодією.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бґрунтовано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1710</Words>
  <Application>Microsoft Office PowerPoint</Application>
  <PresentationFormat>On-screen Show (16:9)</PresentationFormat>
  <Paragraphs>439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26</cp:revision>
  <dcterms:created xsi:type="dcterms:W3CDTF">2026-05-07T21:01:42Z</dcterms:created>
  <dcterms:modified xsi:type="dcterms:W3CDTF">2026-05-07T21:21:12Z</dcterms:modified>
</cp:coreProperties>
</file>
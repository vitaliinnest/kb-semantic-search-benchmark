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Чанки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11D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1E293B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Технічний (178)</c:v>
                </c:pt>
                <c:pt idx="1">
                  <c:v>Юридичний (1046)</c:v>
                </c:pt>
                <c:pt idx="2">
                  <c:v>Медичний (267)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178</c:v>
                </c:pt>
                <c:pt idx="1">
                  <c:v>1046</c:v>
                </c:pt>
                <c:pt idx="2">
                  <c:v>267</c:v>
                </c:pt>
              </c:numCache>
            </c:numRef>
          </c:val>
        </c:ser>
        <c:firstSliceAng val="0"/>
        <c:holeSize val="60"/>
      </c:doughnutChart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E3A8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E40AF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-365760"/>
            <a:ext cx="1645920" cy="164592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365760" y="3840480"/>
            <a:ext cx="1280160" cy="1280160"/>
          </a:xfrm>
          <a:prstGeom prst="rect">
            <a:avLst/>
          </a:prstGeom>
          <a:solidFill>
            <a:srgbClr val="0891B2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0827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37944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55848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20827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73752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91656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20827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9095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20827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2834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04495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315968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31596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6148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51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12724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9300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22452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114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0680" y="960120"/>
            <a:ext cx="3291840" cy="370332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77840" y="1051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371600"/>
          <a:ext cx="3017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P@k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577840" y="2880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532120" y="3154680"/>
          <a:ext cx="31089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18872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7276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2481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18872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5727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481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18872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57276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2481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18872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57276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2481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188720"/>
            <a:ext cx="1335024" cy="16916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18872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46304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57276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205740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377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35584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4612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35584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461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31920"/>
            <a:ext cx="8321040" cy="41148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319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1 491 чанк  ·  300 запитів  ·  qrels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2588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33172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3172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905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337560" y="2161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32588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132588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233172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233172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337560" y="3032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3337560" y="3288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2" name="Shape 28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132588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7" name="Text 32"/>
          <p:cNvSpPr/>
          <p:nvPr/>
        </p:nvSpPr>
        <p:spPr>
          <a:xfrm>
            <a:off x="132588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233172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233172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3337560" y="4160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3337560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3" name="Text 3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ЧАНКІВ ЗА ДОМЕНАМИ</a:t>
            </a:r>
            <a:endParaRPr lang="en-US" sz="9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8006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Text 39"/>
          <p:cNvSpPr/>
          <p:nvPr/>
        </p:nvSpPr>
        <p:spPr>
          <a:xfrm>
            <a:off x="4800600" y="250728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1 491</a:t>
            </a:r>
            <a:endParaRPr lang="en-US" sz="2000" dirty="0"/>
          </a:p>
        </p:txBody>
      </p:sp>
      <p:sp>
        <p:nvSpPr>
          <p:cNvPr id="46" name="Text 40"/>
          <p:cNvSpPr/>
          <p:nvPr/>
        </p:nvSpPr>
        <p:spPr>
          <a:xfrm>
            <a:off x="4800600" y="2873045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чанків усього</a:t>
            </a:r>
            <a:endParaRPr lang="en-US" sz="900" dirty="0"/>
          </a:p>
        </p:txBody>
      </p:sp>
      <p:pic>
        <p:nvPicPr>
          <p:cNvPr id="47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258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62472" y="1527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062472" y="17830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116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062472" y="22128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062472" y="24688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974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62472" y="2898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062472" y="31546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832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062472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062472" y="38404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69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062472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062472" y="4526280"/>
            <a:ext cx="2560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5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40A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1109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18872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9436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46320" y="1810512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91109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40680" y="17373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40680" y="206654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46320" y="242316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94360" y="3204972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3055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8872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118872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9436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46320" y="3204972"/>
            <a:ext cx="502920" cy="50292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305556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0680" y="31318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5440680" y="346100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846320" y="3817620"/>
            <a:ext cx="37033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5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2026-05-07T16:48:15Z</dcterms:created>
  <dcterms:modified xsi:type="dcterms:W3CDTF">2026-05-07T16:48:15Z</dcterms:modified>
</cp:coreProperties>
</file>
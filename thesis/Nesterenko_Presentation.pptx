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notesSlides/notesSlide14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15.xml" ContentType="application/vnd.openxmlformats-officedocument.presentationml.notesSlide+xml"/>
  <Override PartName="/ppt/charts/chart9.xml" ContentType="application/vnd.openxmlformats-officedocument.drawingml.chart+xml"/>
  <Override PartName="/ppt/notesSlides/notesSlide16.xml" ContentType="application/vnd.openxmlformats-officedocument.presentationml.notesSlide+xml"/>
  <Override PartName="/ppt/charts/chart10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3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8.xml"/><Relationship Id="rId5" Type="http://schemas.openxmlformats.org/officeDocument/2006/relationships/chart" Target="../charts/chart7.xml"/><Relationship Id="rId4" Type="http://schemas.openxmlformats.org/officeDocument/2006/relationships/chart" Target="../charts/char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1710</Words>
  <Application>Microsoft Office PowerPoint</Application>
  <PresentationFormat>On-screen Show (16:9)</PresentationFormat>
  <Paragraphs>439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26</cp:revision>
  <dcterms:created xsi:type="dcterms:W3CDTF">2026-05-07T21:01:42Z</dcterms:created>
  <dcterms:modified xsi:type="dcterms:W3CDTF">2026-05-07T21:21:12Z</dcterms:modified>
</cp:coreProperties>
</file>